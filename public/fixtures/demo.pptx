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5B48"/>
                </a:solidFill>
              </a:rPr>
              <a:t>教学课件 / Slide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PPTX 本地加载与批注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2743200" cy="1828800"/>
          </a:xfrm>
          <a:prstGeom prst="rect">
            <a:avLst/>
          </a:prstGeom>
          <a:solidFill>
            <a:srgbClr val="CEE7D8"/>
          </a:solidFill>
          <a:ln w="12700">
            <a:solidFill>
              <a:srgbClr val="245B4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5B48"/>
                </a:solidFill>
              </a:rPr>
              <a:t>教学课件 / Slide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第二页：切页保留独立批注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2743200" cy="1828800"/>
          </a:xfrm>
          <a:prstGeom prst="rect">
            <a:avLst/>
          </a:prstGeom>
          <a:solidFill>
            <a:srgbClr val="CEE7D8"/>
          </a:solidFill>
          <a:ln w="12700">
            <a:solidFill>
              <a:srgbClr val="245B4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2026-10-29T08:52:44Z</dcterms:created>
  <dcterms:modified xsi:type="dcterms:W3CDTF">2026-10-29T08:52:44Z</dcterms:modified>
</cp:coreProperties>
</file>